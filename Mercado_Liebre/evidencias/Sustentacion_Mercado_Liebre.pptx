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876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248656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94960" y="777240"/>
            <a:ext cx="1371600" cy="1371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Mercado Liebre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  <a:latin typeface="Segoe UI"/>
              </a:defRPr>
            </a:pPr>
            <a:r>
              <a:t>Entrega Final — Tercer Corte · Arquitectura distribuida, resiliente y escalable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9966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Sistemas Distribuidos</a:t>
            </a:r>
          </a:p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Facultad de Ingeniería de Sistemas — Unicomfacauca · Popayán · 2026</a:t>
            </a:r>
          </a:p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Docente: Leidy Mariani Dorado Flórez</a:t>
            </a:r>
          </a:p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 algn="ctr">
              <a:defRPr sz="1300" b="0">
                <a:solidFill>
                  <a:srgbClr val="7DD3FC"/>
                </a:solidFill>
                <a:latin typeface="Segoe UI"/>
              </a:defRPr>
            </a:pPr>
            <a:r>
              <a:t>Julián Cerón  ·  Elkin Yandun  ·  Brayan Cruz  ·  Jeison Guerra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¿Qué es Mercado Liebre?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Descripción general del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Julián Cerón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34155"/>
                </a:solidFill>
                <a:latin typeface="Segoe UI"/>
              </a:defRPr>
            </a:pPr>
            <a:r>
              <a:t>Plataforma para que pequeños negocios publiquen y administren su catálogo digital online.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Registro → tienda → productos → categorías → imágenes → vista pública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600" b="1">
                <a:solidFill>
                  <a:srgbClr val="EA580C"/>
                </a:solidFill>
                <a:latin typeface="Segoe UI"/>
              </a:defRPr>
            </a:pPr>
            <a:r>
              <a:t>Problemática: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Negocios sin sitio web propio; catálogos en WhatsApp, PDF o redes sociales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Actualización manual de precios, stock e imágenes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Solución: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Ecosistema centralizado con API distribuida, resiliente y contenerizada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773763"/>
              </p:ext>
            </p:extLst>
          </p:nvPr>
        </p:nvGraphicFramePr>
        <p:xfrm>
          <a:off x="502920" y="4928616"/>
          <a:ext cx="111556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Rol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Dueño de negocio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Crea tienda, productos, categorías, media e 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Visitante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Consulta catálogo público sin autenticación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Operador técnico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rPr dirty="0"/>
                        <a:t>Health checks, logs Docker, </a:t>
                      </a:r>
                      <a:r>
                        <a:rPr dirty="0" err="1"/>
                        <a:t>monitoreo</a:t>
                      </a:r>
                      <a:endParaRPr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Arquitectura final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Diagrama, puertos y flujo de peticiones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Julián </a:t>
            </a:r>
            <a:r>
              <a:rPr dirty="0" err="1"/>
              <a:t>Cerón</a:t>
            </a:r>
            <a:endParaRPr dirty="0"/>
          </a:p>
        </p:txBody>
      </p:sp>
      <p:pic>
        <p:nvPicPr>
          <p:cNvPr id="7" name="Picture 6" descr="arquitectura-mercado-lie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1289304"/>
            <a:ext cx="11056984" cy="55138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Justificación de la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Decisiones técnicas y aprendizajes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Julián Cerón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¿Por qué microservicios?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Dominios de negocio distintos (auth, tiendas, catálogo…)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Aislamiento de fallos: IA caída ≠ usuarios caídos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Escalabilidad selectiva (2 réplicas en usuarios)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Alineación con el curso: gateway, HTTP, Docker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Database-per-service: cada MS tiene su MySQL y volumen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Paquete compartido packages/resilience/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Ventajas y dificultades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D9488"/>
                </a:solidFill>
                <a:latin typeface="Segoe UI"/>
              </a:defRPr>
            </a:pPr>
            <a:r>
              <a:t>Ventajas: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Despliegue y prueba por dominio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Health unificado en /api/health/all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Entrada única simplifica frontend y Postman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500" b="1">
                <a:solidFill>
                  <a:srgbClr val="EA580C"/>
                </a:solidFill>
                <a:latin typeface="Segoe UI"/>
              </a:defRPr>
            </a:pPr>
            <a:r>
              <a:t>Dificultades: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Sin transacciones distribuidas (refs por ID)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Orden de arranque MySQL + healthchecks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Debugging entre contenedores (logs + requestId)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Volume threshold del circuit breaker (Opossum)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Microservicios: Usuarios y Tiendas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Servicios core de negocio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Jeison Guerra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Usuarios — :3001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Registro, login, JWT, perfil /api/auth/me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BD: db-usuarios → tabla usuarios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Breaker: usuarios-mysql (protege MySQL)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2 réplicas con balanceo round-robin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POST /api/registro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POST /api/login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 /api/auth/me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Tiendas — :3002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CRUD tiendas, temas visuales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Vista pública compuesta (tienda + productos)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BD: db-tiendas → tiendas, temas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Breaker: tiendas-catalogo-productos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POST /api/tiendas  (Bearer JWT)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 /api/tiendas/:id/vista-publica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PUT  /api/tiendas/:id/tema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Balanceo de carga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Escalabilidad implementada en usuarios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Jeison Guerra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34155"/>
                </a:solidFill>
                <a:latin typeface="Segoe UI"/>
              </a:defRPr>
            </a:pPr>
            <a:r>
              <a:t>Implementación actual: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2 réplicas: usuarios-service + usuarios-service-2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Nginx upstream round-robin en gateway/nginx.conf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Identificación por INSTANCE_ID → usuarios-1 / usuarios-2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600" b="1">
                <a:solidFill>
                  <a:srgbClr val="0D9488"/>
                </a:solidFill>
                <a:latin typeface="Segoe UI"/>
              </a:defRPr>
            </a:pPr>
            <a:r>
              <a:t>Prueba de distribución (PowerShell):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00400"/>
            <a:ext cx="111556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310128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5F3FC"/>
                </a:solidFill>
                <a:latin typeface="Consolas"/>
              </a:defRPr>
            </a:pPr>
            <a:r>
              <a:t>1..40 | ForEach-Object {</a:t>
            </a:r>
          </a:p>
          <a:p>
            <a:pPr>
              <a:defRPr sz="1100">
                <a:solidFill>
                  <a:srgbClr val="A5F3FC"/>
                </a:solidFill>
                <a:latin typeface="Consolas"/>
              </a:defRPr>
            </a:pPr>
            <a:r>
              <a:t>  (Invoke-RestMethod "http://localhost:3000/api/health/usuarios").instance_id</a:t>
            </a:r>
          </a:p>
          <a:p>
            <a:pPr>
              <a:defRPr sz="1100">
                <a:solidFill>
                  <a:srgbClr val="A5F3FC"/>
                </a:solidFill>
                <a:latin typeface="Consolas"/>
              </a:defRPr>
            </a:pPr>
            <a:r>
              <a:t>} | Group-Object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72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500" b="1">
                <a:solidFill>
                  <a:srgbClr val="EA580C"/>
                </a:solidFill>
                <a:latin typeface="Segoe UI"/>
              </a:defRPr>
            </a:pPr>
            <a:r>
              <a:t>Resultado esperado: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Reparto equitativo entre usuarios-1 y usuarios-2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500" b="1">
                <a:solidFill>
                  <a:srgbClr val="64748B"/>
                </a:solidFill>
                <a:latin typeface="Segoe UI"/>
              </a:defRPr>
            </a:pPr>
            <a:r>
              <a:t>Limitación honesta: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Solo usuarios tiene réplicas hoy; el resto corre en 1 instancia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Mejora futura: réplicas de gateway y servicios de mayor carga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Persistencia y bases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Database-per-service con volúmenes Docker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Jeison Guerra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84124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Servicio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 de datos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Entidad principal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usuarios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db-usuarios / usuarios_db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usuarios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tiendas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db-tiendas / tiendas_db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tiendas, temas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catálogo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db-catalogo / catalogo_db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productos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categorías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db-categorias / categorias_db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categorias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db-media / media_db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media_assets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db-ia / ia_db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ia_generaciones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4709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6 volúmenes Docker: datos persisten al reiniciar contenedores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Sin FK cruzadas entre dominios — referencias por usuario_id / tienda_id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Consulta: .\consultar-db.bat  o  docker exec mercadoliebre_db_* mysql 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Microservicios: Catálogo y Categorías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Dominio de productos y clasificación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Elkin Yandun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Catálogo — :3003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CRUD de productos por tienda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BD: db-catalogo → productos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Breaker: catalogo-tiendas-owner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Valida dueño vía HTTP → tiendas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 /api/productos?tienda_id=…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POST /api/productos  (JWT + dueño)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PUT  /api/productos/:id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DELETE /api/productos/:id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Categorías — :3005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CRUD categorías por tienda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BD: db-categorias → categorias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Breaker: categorias-tiendas-owner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Misma validación de dueño vía tiendas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 /api/categorias?tienda_id=…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POST /api/categorias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PUT  /api/categorias/:id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DELETE /api/categorias/:id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Comunicación entre 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Integración HTTP e intercambio de datos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Elkin Yandun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Flujo: crear producto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1. Cliente → Gateway → Catálogo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2. Catálogo valida JWT del usuario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3. Catálogo → Tiendas: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   GET /internal/tiendas/:id/owner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   Header: X-Internal-Token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4. Si es dueño → inserta en db-catalogo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5. Respuesta JSON al 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Flujo: vista pública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1. Cliente → Gateway → Tiendas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2. Tiendas lee tienda + tema (su BD)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3. Tiendas → Catálogo: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   GET /api/productos?tienda_id=…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4. Compone JSON unificado: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   tienda + tema + productos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5. Visitante ve catálogo sin 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9240"/>
            <a:ext cx="111556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45896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5F3FC"/>
                </a:solidFill>
                <a:latin typeface="Consolas"/>
              </a:defRPr>
            </a:pPr>
            <a:r>
              <a:t>Tiendas ──GET /api/productos──► Catálogo</a:t>
            </a:r>
          </a:p>
          <a:p>
            <a:pPr>
              <a:defRPr sz="1100">
                <a:solidFill>
                  <a:srgbClr val="A5F3FC"/>
                </a:solidFill>
                <a:latin typeface="Consolas"/>
              </a:defRPr>
            </a:pPr>
            <a:r>
              <a:t>Catálogo ──GET /internal/.../owner──► Tiendas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Manejo de errores en integración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Respuestas controladas en 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Elkin Yandun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Errores HTTP explícitos: 400, 401, 403, 502, 503 — siempre en JSON (no HTML)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Gateway: error-json.conf → respuestas legibles para 500/502/503/504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Si catálogo cae: tiendas responde error controlado sin colgar la petición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500" b="1">
                <a:solidFill>
                  <a:srgbClr val="0D9488"/>
                </a:solidFill>
                <a:latin typeface="Segoe UI"/>
              </a:defRPr>
            </a:pPr>
            <a:r>
              <a:t>Ejemplos de respuesta: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26080"/>
            <a:ext cx="111556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03580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5F3FC"/>
                </a:solidFill>
                <a:latin typeface="Consolas"/>
              </a:defRPr>
            </a:pPr>
            <a:r>
              <a:t>{ "error": "Catálogo no disponible", "reason": "upstream_error" }</a:t>
            </a:r>
          </a:p>
          <a:p>
            <a:pPr>
              <a:defRPr sz="1100">
                <a:solidFill>
                  <a:srgbClr val="A5F3FC"/>
                </a:solidFill>
                <a:latin typeface="Consolas"/>
              </a:defRPr>
            </a:pPr>
            <a:r>
              <a:t>{ "error": "Bad Gateway", "status": 502, "gateway": "mercadoliebre" 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343400"/>
          <a:ext cx="11155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Motivo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Origen típico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401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Token inválido o ausente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Microservicio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No es dueño de la tienda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Catálogo / Categorías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502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Upstream no responde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Gateway / integración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Circuit breaker abierto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Resilience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Microservicios: Media 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Integración con servicios externos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Brayan Cruz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Media — :3004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Subida de imágenes → Cloudinary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Auditoría en db-media → media_assets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Breaker: media-cloudinary-upload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POST /api/media/upload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 /api/media/:id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Si Cloudinary falla → 503 controlado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El resto del sistema sigue operando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IA — :3006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Proxy a Groq (API key nunca al cliente)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Auditoría en db-ia → ia_generaciones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Breaker: ia-groq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POST /api/ia/generar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 /api/ia/historial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Seguridad: GROQ_API_KEY solo en .env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No se suben credenciales al repositorio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Tolerancia a fallos: Circuit 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Opossum — estados y recuperación half-open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Brayan Cruz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8229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Comportamiento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Cerrado (closed)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Tráfico normal — peticiones pasan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Abierto (open)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Rechaza llamadas — protege al sistema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Semiabierto (half_open)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Una petición de prueba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Recuperación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Si la prueba OK → vuelve a cerrado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246120"/>
          <a:ext cx="82296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Servicio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Breaker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Dependencia protegida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usuarios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usuarios-mysql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MySQL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tiendas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tiendas-catalogo-productos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HTTP → catálogo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catálogo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catalogo-tiendas-owner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HTTP → tiendas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categorías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categorias-tiendas-owner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HTTP → tiendas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media-cloudinary-upload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Cloudinary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ia-groq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API Groq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4864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800"/>
              </a:spcAft>
              <a:defRPr sz="1400" b="1">
                <a:solidFill>
                  <a:srgbClr val="EA580C"/>
                </a:solidFill>
                <a:latin typeface="Segoe UI"/>
              </a:defRPr>
            </a:pPr>
            <a:r>
              <a:t>Demo en vivo: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1. docker compose stop catalogo-service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2. Varias llamadas a vista pública → breaker se abre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3. GET /api/health/breakers/tiendas → state: open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Segoe UI"/>
              </a:defRPr>
            </a:pPr>
            <a:r>
              <a:t>4. docker compose start catalogo-service → recuperación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Monitoreo, logs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Observabilidad y próximos pasos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56032"/>
            <a:ext cx="19202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Brayan Cruz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Monitoreo centralizado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/api/health/all (gateway)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Consulta todos los servicios en paralelo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Funciona aunque algún MS esté caído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Incluye: db.latency_ms, breakers[].stats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Por servicio: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/api/health/{servicio}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GET /api/health/breakers/{servicio}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949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Logs y 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Logger Pino por microservicio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Eventos: circuit_breaker, HTTP 4xx/5xx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docker compose logs -f tiendas-service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docker compose logs -f gateway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.env.example en repo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.env real en .gitignore</a:t>
            </a:r>
          </a:p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Segoe UI"/>
              </a:defRPr>
            </a:pPr>
            <a:r>
              <a:t>JWT_SECRET, INTERNAL_SERVICE_TOKEN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9240"/>
            <a:ext cx="11155680" cy="1234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✓  6 microservicios + gateway + Docker Compose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✓  Circuit breaker + half-open + logs estructurados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✓  Balanceo usuarios + monitoreo /api/health/all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→  Próximo: Kubernetes, Prometheus, más réplicas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1391</Words>
  <Application>Microsoft Office PowerPoint</Application>
  <PresentationFormat>Panorámica</PresentationFormat>
  <Paragraphs>279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julian ceron</cp:lastModifiedBy>
  <cp:revision>2</cp:revision>
  <dcterms:created xsi:type="dcterms:W3CDTF">2013-01-27T09:14:16Z</dcterms:created>
  <dcterms:modified xsi:type="dcterms:W3CDTF">2026-05-24T05:24:56Z</dcterms:modified>
  <cp:category/>
</cp:coreProperties>
</file>